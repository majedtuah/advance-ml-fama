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• 60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08 — MLOps Dashboard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trained a model, deployed an API, and learned to detect drift. Now we bring it all together on one screen.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6035040" cy="3657600"/>
          </a:xfrm>
          <a:prstGeom prst="roundRect">
            <a:avLst>
              <a:gd name="adj" fmla="val 30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OUTCOMES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dashboard that tracks Model, Data, and System health at once.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how accuracy decays over time using thresholds and alerts.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feature drift heatmap to spot exactly which input is failing.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dashboard as a clean, automated report.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2423160"/>
            <a:ext cx="4434840" cy="3657600"/>
          </a:xfrm>
          <a:prstGeom prst="roundRect">
            <a:avLst>
              <a:gd name="adj" fmla="val 3000"/>
            </a:avLst>
          </a:prstGeom>
          <a:solidFill>
            <a:srgbClr val="1623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32320" y="2697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1089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can't manage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don't</a:t>
            </a:r>
            <a:endParaRPr lang="en-US" sz="2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52578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health → Data health → System health → Business impact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monitoring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MLOps dashboard tracks all four at the same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still accurate?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• AUC • F1 • Precision • Recall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HEALTH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 inputs still clean?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per feature • null rates • schema violations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7432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API fast and reliable?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(p50/p95/p99) • error rate • throughput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2688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7432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model still valuable?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4206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cost • missed revenue • churn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62356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first: “Which pillar would break first if this model silently failed?”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Google's “Golden Signals”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API, SRE practice says you must always track these four.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it? Look at the 95th / 99th percentile — not just the average.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616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5176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is the system handling per second or per minute?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5176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requests are failing or returning bad responses?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0" y="187452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2688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265176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is the server to its resource limits — CPU, memory, GPU?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watch one thing, watch these four — they apply to any service, ML or not.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VOCABULARY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SLI, SLO, and SLA — know the difference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letters that show up in every monitoring conversation.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4712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548640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 Indicator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 of requests succeed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 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≥ 99.5% uptime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 Agreement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Contractual: 99.0% or a penalty applies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685800"/>
          </a:xfrm>
          <a:prstGeom prst="roundRect">
            <a:avLst>
              <a:gd name="adj" fmla="val 16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= what you measure     •     SLO = your internal goal     •     SLA = your promise to customers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dashboard layout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six panels — everything a healthy model needs to prove.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66160" cy="185166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trend + SLO line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147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66160" cy="185166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3147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66160" cy="185166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1031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Volume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per hour/week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3147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00500"/>
            <a:ext cx="3566160" cy="185166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291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0120" y="41376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491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per feature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440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97680" y="4000500"/>
            <a:ext cx="3566160" cy="185166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42291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00600" y="41376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5491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of the last 7 days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5440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LOG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4000500"/>
            <a:ext cx="3566160" cy="1851660"/>
          </a:xfrm>
          <a:prstGeom prst="roundRect">
            <a:avLst>
              <a:gd name="adj" fmla="val 5926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42291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41080" y="41376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5491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failed requests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5440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MODEL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accuracy timeline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steps turn a line chart into an early-warning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accuracy week over week as the model runs in production.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6616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60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dashed line at the SLO — e.g. “accuracy must stay ≥ 80%.”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961888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60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the danger zone in red wherever accuracy dips below it.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42248" y="26517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98280" y="18745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32688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560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2880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exact week it first crosses — that's your retrain trigger.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1247120" cy="1691640"/>
          </a:xfrm>
          <a:prstGeom prst="roundRect">
            <a:avLst>
              <a:gd name="adj" fmla="val 6486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1520" y="4206240"/>
            <a:ext cx="10698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crossing point tells the team exactly when action was needed — no guessing, no waiting for a customer complaint.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DATA HEALTH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feature drift heatmap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(Population Stability Index) shows which input is breaking your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features (age, income, credit score …)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= time (one per week)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PSI score for that feature that week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high drift, green = stable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874520"/>
            <a:ext cx="5303520" cy="3749040"/>
          </a:xfrm>
          <a:prstGeom prst="roundRect">
            <a:avLst>
              <a:gd name="adj" fmla="val 2927"/>
            </a:avLst>
          </a:prstGeom>
          <a:solidFill>
            <a:srgbClr val="16233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7512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THRESHOLDS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6974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drift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3832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– 0.20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drift — watch 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4069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0.20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drift — investigate now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“income” stayed under 0.08 for six weeks, then jumped past 0.30 — that's the feature causing the accuracy decay.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ALERTING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design principles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that cries wolf gets ignored — design alerts on purpose.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8142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02536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THRESHOLDS DELIBERATELY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002536"/>
            <a:ext cx="6583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too tight (alert fatigue) or too loose (blind spots).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4701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191256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BY SEVERITY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191256"/>
            <a:ext cx="6583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→ WARNING → CRITICAL, so people know how urgently to react.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6588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4379976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ALERT A RUNBOOK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379976"/>
            <a:ext cx="6583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exactly what to do the moment it fires.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44068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8475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5568696"/>
            <a:ext cx="3931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THE SLO, NOT THE METRIC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5568696"/>
            <a:ext cx="65836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“AUC dropped below 0.80,” not “AUC is 0.79.”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TOOLING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MLOps tooling landscape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build every panel from scratch.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4023360"/>
        </p:xfrm>
        <a:graphic>
          <a:graphicData uri="http://schemas.openxmlformats.org/drawingml/2006/table">
            <a:tbl>
              <a:tblPr/>
              <a:tblGrid>
                <a:gridCol w="2743200"/>
                <a:gridCol w="603504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tracking + model registry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Evidently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model drift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+ Prometheus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+ custom 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monitoring web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ML Monitor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ML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&amp; Biases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MLOps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Freemium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F3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ACTIVITY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6-panel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above into one matplotlib figure.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SLO threshold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/ p95 / p99 over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6676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volume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per week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3776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heatmap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3611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26280" y="3776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timeline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unusual weeks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361188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66760" y="37764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251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failed requests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11247120" cy="822960"/>
          </a:xfrm>
          <a:prstGeom prst="roundRect">
            <a:avLst>
              <a:gd name="adj" fmla="val 13333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 dashed threshold lines, annotate the week accuracy first crossed the SLO, then export with plt.savefig(...).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this mental model into your own deployed projects.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35680" cy="2651760"/>
          </a:xfrm>
          <a:prstGeom prst="roundRect">
            <a:avLst>
              <a:gd name="adj" fmla="val 413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488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 are the heartbeat of MLOps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one, you're flying blind between deployments.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2920" y="1874520"/>
            <a:ext cx="3535680" cy="2651760"/>
          </a:xfrm>
          <a:prstGeom prst="roundRect">
            <a:avLst>
              <a:gd name="adj" fmla="val 413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7240" y="21488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724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7240" y="265176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your metrics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87240" y="3474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accuracy drop, a drift spike, and a latency spike often tell one connected story.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68640" y="1874520"/>
            <a:ext cx="3535680" cy="2651760"/>
          </a:xfrm>
          <a:prstGeom prst="roundRect">
            <a:avLst>
              <a:gd name="adj" fmla="val 413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2960" y="214884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296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42960" y="265176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need action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42960" y="34747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set an alert if nobody will do anything when it fires.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1B2A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question for the room: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one metric that would tell you your model failed silently?”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check your understanding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to test the theory before moving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576072"/>
          </a:xfrm>
          <a:prstGeom prst="roundRect">
            <a:avLst>
              <a:gd name="adj" fmla="val 1904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“Golden Signals” from Google SRE?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87752"/>
            <a:ext cx="11247120" cy="576072"/>
          </a:xfrm>
          <a:prstGeom prst="roundRect">
            <a:avLst>
              <a:gd name="adj" fmla="val 1904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587752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an SLO and an SLA?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11247120" cy="576072"/>
          </a:xfrm>
          <a:prstGeom prst="roundRect">
            <a:avLst>
              <a:gd name="adj" fmla="val 1904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3300984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00984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“alert fatigue,” and how do you prevent it?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11247120" cy="576072"/>
          </a:xfrm>
          <a:prstGeom prst="roundRect">
            <a:avLst>
              <a:gd name="adj" fmla="val 1904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4014216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014216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metric tells you your model's input data is degrading?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727448"/>
            <a:ext cx="11247120" cy="576072"/>
          </a:xfrm>
          <a:prstGeom prst="roundRect">
            <a:avLst>
              <a:gd name="adj" fmla="val 19048"/>
            </a:avLst>
          </a:prstGeom>
          <a:solidFill>
            <a:srgbClr val="141F35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4727448"/>
            <a:ext cx="457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727448"/>
            <a:ext cx="9784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open-source tools built for ML model monitoring.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Dashboard • Topic 08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2026-09-04T17:33:30Z</dcterms:created>
  <dcterms:modified xsi:type="dcterms:W3CDTF">2026-09-04T17:33:30Z</dcterms:modified>
</cp:coreProperties>
</file>